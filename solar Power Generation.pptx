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4" r:id="rId4"/>
  </p:sldMasterIdLst>
  <p:sldIdLst>
    <p:sldId id="256" r:id="rId5"/>
    <p:sldId id="265" r:id="rId6"/>
    <p:sldId id="266" r:id="rId7"/>
    <p:sldId id="267" r:id="rId8"/>
    <p:sldId id="261" r:id="rId9"/>
    <p:sldId id="258" r:id="rId10"/>
    <p:sldId id="263" r:id="rId11"/>
    <p:sldId id="268" r:id="rId12"/>
    <p:sldId id="262" r:id="rId13"/>
    <p:sldId id="264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0EDC06-AF29-4D3B-A29A-C322C29A7643}" v="10" dt="2025-11-13T18:08:26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KESH CHOWDARY" userId="f6fece486a4eb2f9" providerId="LiveId" clId="{7035E071-0A39-4051-9334-FD1A81B14EFA}"/>
    <pc:docChg chg="custSel modSld">
      <pc:chgData name="RUKESH CHOWDARY" userId="f6fece486a4eb2f9" providerId="LiveId" clId="{7035E071-0A39-4051-9334-FD1A81B14EFA}" dt="2025-11-14T12:14:02.561" v="17" actId="21"/>
      <pc:docMkLst>
        <pc:docMk/>
      </pc:docMkLst>
      <pc:sldChg chg="addSp delSp modSp mod modTransition delAnim modAnim">
        <pc:chgData name="RUKESH CHOWDARY" userId="f6fece486a4eb2f9" providerId="LiveId" clId="{7035E071-0A39-4051-9334-FD1A81B14EFA}" dt="2025-11-14T12:14:02.561" v="17" actId="21"/>
        <pc:sldMkLst>
          <pc:docMk/>
          <pc:sldMk cId="4257157651" sldId="256"/>
        </pc:sldMkLst>
        <pc:picChg chg="add del mod">
          <ac:chgData name="RUKESH CHOWDARY" userId="f6fece486a4eb2f9" providerId="LiveId" clId="{7035E071-0A39-4051-9334-FD1A81B14EFA}" dt="2025-11-13T18:04:23.493" v="13" actId="21"/>
          <ac:picMkLst>
            <pc:docMk/>
            <pc:sldMk cId="4257157651" sldId="256"/>
            <ac:picMk id="5" creationId="{E16C6510-0D24-1EC1-5D67-CA0EBB0A768B}"/>
          </ac:picMkLst>
        </pc:picChg>
        <pc:picChg chg="add del mod">
          <ac:chgData name="RUKESH CHOWDARY" userId="f6fece486a4eb2f9" providerId="LiveId" clId="{7035E071-0A39-4051-9334-FD1A81B14EFA}" dt="2025-11-13T15:42:51.566" v="9" actId="21"/>
          <ac:picMkLst>
            <pc:docMk/>
            <pc:sldMk cId="4257157651" sldId="256"/>
            <ac:picMk id="6" creationId="{3E159777-F4D8-C422-14AA-03F14B965B9B}"/>
          </ac:picMkLst>
        </pc:picChg>
        <pc:picChg chg="add del mod">
          <ac:chgData name="RUKESH CHOWDARY" userId="f6fece486a4eb2f9" providerId="LiveId" clId="{7035E071-0A39-4051-9334-FD1A81B14EFA}" dt="2025-11-13T18:05:37.960" v="15" actId="21"/>
          <ac:picMkLst>
            <pc:docMk/>
            <pc:sldMk cId="4257157651" sldId="256"/>
            <ac:picMk id="6" creationId="{880C0F3C-3AE5-DD04-3337-C77511F07660}"/>
          </ac:picMkLst>
        </pc:picChg>
        <pc:picChg chg="add del mod">
          <ac:chgData name="RUKESH CHOWDARY" userId="f6fece486a4eb2f9" providerId="LiveId" clId="{7035E071-0A39-4051-9334-FD1A81B14EFA}" dt="2025-11-14T12:14:02.561" v="17" actId="21"/>
          <ac:picMkLst>
            <pc:docMk/>
            <pc:sldMk cId="4257157651" sldId="256"/>
            <ac:picMk id="7" creationId="{CB47E2EB-2A5B-7105-BB58-85C324C2B1A8}"/>
          </ac:picMkLst>
        </pc:picChg>
        <pc:picChg chg="add del mod">
          <ac:chgData name="RUKESH CHOWDARY" userId="f6fece486a4eb2f9" providerId="LiveId" clId="{7035E071-0A39-4051-9334-FD1A81B14EFA}" dt="2025-11-13T15:42:50.458" v="8" actId="21"/>
          <ac:picMkLst>
            <pc:docMk/>
            <pc:sldMk cId="4257157651" sldId="256"/>
            <ac:picMk id="8" creationId="{7D042CB4-7C90-A4A4-C77B-3278D415FCFD}"/>
          </ac:picMkLst>
        </pc:picChg>
        <pc:picChg chg="add del mod">
          <ac:chgData name="RUKESH CHOWDARY" userId="f6fece486a4eb2f9" providerId="LiveId" clId="{7035E071-0A39-4051-9334-FD1A81B14EFA}" dt="2025-11-13T15:42:49.202" v="7" actId="21"/>
          <ac:picMkLst>
            <pc:docMk/>
            <pc:sldMk cId="4257157651" sldId="256"/>
            <ac:picMk id="12" creationId="{70133AAE-8F80-E152-E94E-C0BD019C5CA0}"/>
          </ac:picMkLst>
        </pc:picChg>
        <pc:picChg chg="add del mod">
          <ac:chgData name="RUKESH CHOWDARY" userId="f6fece486a4eb2f9" providerId="LiveId" clId="{7035E071-0A39-4051-9334-FD1A81B14EFA}" dt="2025-11-13T15:42:47.869" v="6" actId="21"/>
          <ac:picMkLst>
            <pc:docMk/>
            <pc:sldMk cId="4257157651" sldId="256"/>
            <ac:picMk id="16" creationId="{37B97C79-2D1A-A837-F9F4-0BE524BDD54D}"/>
          </ac:picMkLst>
        </pc:picChg>
        <pc:picChg chg="add del mod">
          <ac:chgData name="RUKESH CHOWDARY" userId="f6fece486a4eb2f9" providerId="LiveId" clId="{7035E071-0A39-4051-9334-FD1A81B14EFA}" dt="2025-11-13T15:42:45.755" v="5" actId="21"/>
          <ac:picMkLst>
            <pc:docMk/>
            <pc:sldMk cId="4257157651" sldId="256"/>
            <ac:picMk id="18" creationId="{CB6352A1-2895-D341-3B73-7126153F98AD}"/>
          </ac:picMkLst>
        </pc:picChg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2110083801" sldId="258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954040931" sldId="261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3128849719" sldId="262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3937848268" sldId="263"/>
        </pc:sldMkLst>
      </pc:sldChg>
      <pc:sldChg chg="modSp modTransition">
        <pc:chgData name="RUKESH CHOWDARY" userId="f6fece486a4eb2f9" providerId="LiveId" clId="{7035E071-0A39-4051-9334-FD1A81B14EFA}" dt="2025-11-13T18:04:12.657" v="11"/>
        <pc:sldMkLst>
          <pc:docMk/>
          <pc:sldMk cId="637345470" sldId="264"/>
        </pc:sldMkLst>
        <pc:picChg chg="mod">
          <ac:chgData name="RUKESH CHOWDARY" userId="f6fece486a4eb2f9" providerId="LiveId" clId="{7035E071-0A39-4051-9334-FD1A81B14EFA}" dt="2025-11-13T17:47:47.954" v="10" actId="14826"/>
          <ac:picMkLst>
            <pc:docMk/>
            <pc:sldMk cId="637345470" sldId="264"/>
            <ac:picMk id="5" creationId="{03B3C24D-5FE7-8BAD-037C-33B535AB2AD9}"/>
          </ac:picMkLst>
        </pc:picChg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1956976063" sldId="265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2459383023" sldId="266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4008147462" sldId="267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1053365442" sldId="268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805156850" sldId="269"/>
        </pc:sldMkLst>
      </pc:sldChg>
      <pc:sldChg chg="modTransition">
        <pc:chgData name="RUKESH CHOWDARY" userId="f6fece486a4eb2f9" providerId="LiveId" clId="{7035E071-0A39-4051-9334-FD1A81B14EFA}" dt="2025-11-13T18:04:12.657" v="11"/>
        <pc:sldMkLst>
          <pc:docMk/>
          <pc:sldMk cId="1029162697" sldId="270"/>
        </pc:sldMkLst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C5F5F-8D15-4EF3-B8AC-1F03E732BA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C3AC67E-D5A6-4E1A-80A6-45936D1B1911}">
      <dgm:prSet custT="1"/>
      <dgm:spPr/>
      <dgm:t>
        <a:bodyPr/>
        <a:lstStyle/>
        <a:p>
          <a:r>
            <a:rPr lang="en-IN" sz="3600" dirty="0"/>
            <a:t>Priyanka Omprakash Yadav</a:t>
          </a:r>
          <a:endParaRPr lang="en-US" sz="3600" dirty="0"/>
        </a:p>
      </dgm:t>
    </dgm:pt>
    <dgm:pt modelId="{251AA5B7-9042-4D28-BC79-4225587DD86F}" type="parTrans" cxnId="{208C7E29-E6F5-4ED1-9059-8EF5B2324304}">
      <dgm:prSet/>
      <dgm:spPr/>
      <dgm:t>
        <a:bodyPr/>
        <a:lstStyle/>
        <a:p>
          <a:endParaRPr lang="en-US"/>
        </a:p>
      </dgm:t>
    </dgm:pt>
    <dgm:pt modelId="{4D2670F8-EA67-4A91-9663-AFA5E9346683}" type="sibTrans" cxnId="{208C7E29-E6F5-4ED1-9059-8EF5B2324304}">
      <dgm:prSet/>
      <dgm:spPr/>
      <dgm:t>
        <a:bodyPr/>
        <a:lstStyle/>
        <a:p>
          <a:endParaRPr lang="en-US"/>
        </a:p>
      </dgm:t>
    </dgm:pt>
    <dgm:pt modelId="{6F7A6BD8-62A0-411D-B442-A817B4B1329B}">
      <dgm:prSet custT="1"/>
      <dgm:spPr/>
      <dgm:t>
        <a:bodyPr/>
        <a:lstStyle/>
        <a:p>
          <a:r>
            <a:rPr lang="en-IN" sz="3600" dirty="0"/>
            <a:t> Ruthvik Chowdary </a:t>
          </a:r>
          <a:r>
            <a:rPr lang="en-IN" sz="3600" dirty="0" err="1"/>
            <a:t>Sukhavasi</a:t>
          </a:r>
          <a:endParaRPr lang="en-US" sz="3600" dirty="0"/>
        </a:p>
      </dgm:t>
    </dgm:pt>
    <dgm:pt modelId="{D8281FEF-5F67-4672-8D25-D86978DAAB8D}" type="parTrans" cxnId="{A24D461E-EA96-404A-831B-8689FE9A4602}">
      <dgm:prSet/>
      <dgm:spPr/>
      <dgm:t>
        <a:bodyPr/>
        <a:lstStyle/>
        <a:p>
          <a:endParaRPr lang="en-US"/>
        </a:p>
      </dgm:t>
    </dgm:pt>
    <dgm:pt modelId="{1592B7B9-6082-43EC-8CD2-02D6E209851D}" type="sibTrans" cxnId="{A24D461E-EA96-404A-831B-8689FE9A4602}">
      <dgm:prSet/>
      <dgm:spPr/>
      <dgm:t>
        <a:bodyPr/>
        <a:lstStyle/>
        <a:p>
          <a:endParaRPr lang="en-US"/>
        </a:p>
      </dgm:t>
    </dgm:pt>
    <dgm:pt modelId="{68E2022C-1AE1-4075-A4DF-E3E967152598}" type="pres">
      <dgm:prSet presAssocID="{D50C5F5F-8D15-4EF3-B8AC-1F03E732BA3C}" presName="linear" presStyleCnt="0">
        <dgm:presLayoutVars>
          <dgm:animLvl val="lvl"/>
          <dgm:resizeHandles val="exact"/>
        </dgm:presLayoutVars>
      </dgm:prSet>
      <dgm:spPr/>
    </dgm:pt>
    <dgm:pt modelId="{D47FA89F-4BC9-4F96-91C5-89EB23C0073E}" type="pres">
      <dgm:prSet presAssocID="{7C3AC67E-D5A6-4E1A-80A6-45936D1B191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29F713-32F9-4D60-962C-D16BB6A1634A}" type="pres">
      <dgm:prSet presAssocID="{4D2670F8-EA67-4A91-9663-AFA5E9346683}" presName="spacer" presStyleCnt="0"/>
      <dgm:spPr/>
    </dgm:pt>
    <dgm:pt modelId="{747721E5-6AD5-4A8B-B2B2-17C196592146}" type="pres">
      <dgm:prSet presAssocID="{6F7A6BD8-62A0-411D-B442-A817B4B1329B}" presName="parentText" presStyleLbl="node1" presStyleIdx="1" presStyleCnt="2" custLinFactNeighborX="196">
        <dgm:presLayoutVars>
          <dgm:chMax val="0"/>
          <dgm:bulletEnabled val="1"/>
        </dgm:presLayoutVars>
      </dgm:prSet>
      <dgm:spPr/>
    </dgm:pt>
  </dgm:ptLst>
  <dgm:cxnLst>
    <dgm:cxn modelId="{C1031904-3309-414B-A550-882148583A26}" type="presOf" srcId="{D50C5F5F-8D15-4EF3-B8AC-1F03E732BA3C}" destId="{68E2022C-1AE1-4075-A4DF-E3E967152598}" srcOrd="0" destOrd="0" presId="urn:microsoft.com/office/officeart/2005/8/layout/vList2"/>
    <dgm:cxn modelId="{A24D461E-EA96-404A-831B-8689FE9A4602}" srcId="{D50C5F5F-8D15-4EF3-B8AC-1F03E732BA3C}" destId="{6F7A6BD8-62A0-411D-B442-A817B4B1329B}" srcOrd="1" destOrd="0" parTransId="{D8281FEF-5F67-4672-8D25-D86978DAAB8D}" sibTransId="{1592B7B9-6082-43EC-8CD2-02D6E209851D}"/>
    <dgm:cxn modelId="{208C7E29-E6F5-4ED1-9059-8EF5B2324304}" srcId="{D50C5F5F-8D15-4EF3-B8AC-1F03E732BA3C}" destId="{7C3AC67E-D5A6-4E1A-80A6-45936D1B1911}" srcOrd="0" destOrd="0" parTransId="{251AA5B7-9042-4D28-BC79-4225587DD86F}" sibTransId="{4D2670F8-EA67-4A91-9663-AFA5E9346683}"/>
    <dgm:cxn modelId="{783C9CB0-4F26-4704-9B94-F8FF7781E85E}" type="presOf" srcId="{7C3AC67E-D5A6-4E1A-80A6-45936D1B1911}" destId="{D47FA89F-4BC9-4F96-91C5-89EB23C0073E}" srcOrd="0" destOrd="0" presId="urn:microsoft.com/office/officeart/2005/8/layout/vList2"/>
    <dgm:cxn modelId="{218CEADA-A899-43AC-BD6B-0D0211C84FCE}" type="presOf" srcId="{6F7A6BD8-62A0-411D-B442-A817B4B1329B}" destId="{747721E5-6AD5-4A8B-B2B2-17C196592146}" srcOrd="0" destOrd="0" presId="urn:microsoft.com/office/officeart/2005/8/layout/vList2"/>
    <dgm:cxn modelId="{8BE0FC22-0558-46E6-A9E8-D62A2989DCF0}" type="presParOf" srcId="{68E2022C-1AE1-4075-A4DF-E3E967152598}" destId="{D47FA89F-4BC9-4F96-91C5-89EB23C0073E}" srcOrd="0" destOrd="0" presId="urn:microsoft.com/office/officeart/2005/8/layout/vList2"/>
    <dgm:cxn modelId="{09F78400-BD0C-4931-A1AF-4E54D3C721F2}" type="presParOf" srcId="{68E2022C-1AE1-4075-A4DF-E3E967152598}" destId="{6229F713-32F9-4D60-962C-D16BB6A1634A}" srcOrd="1" destOrd="0" presId="urn:microsoft.com/office/officeart/2005/8/layout/vList2"/>
    <dgm:cxn modelId="{4667AD02-7576-419A-A715-988824887E63}" type="presParOf" srcId="{68E2022C-1AE1-4075-A4DF-E3E967152598}" destId="{747721E5-6AD5-4A8B-B2B2-17C19659214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2AC6E0-09D2-4F50-9E6F-94975E47071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D567FB-3628-4419-ABE2-5F01FEB2C73A}">
      <dgm:prSet/>
      <dgm:spPr/>
      <dgm:t>
        <a:bodyPr/>
        <a:lstStyle/>
        <a:p>
          <a:r>
            <a:rPr lang="en-US" b="1"/>
            <a:t>Introduction &amp; Problem Statement</a:t>
          </a:r>
          <a:endParaRPr lang="en-US"/>
        </a:p>
      </dgm:t>
    </dgm:pt>
    <dgm:pt modelId="{A33D2D4F-61EF-4B8A-B345-B45439B94744}" type="parTrans" cxnId="{93B9CFF7-DD3E-42F1-8C2B-1B575A28BD59}">
      <dgm:prSet/>
      <dgm:spPr/>
      <dgm:t>
        <a:bodyPr/>
        <a:lstStyle/>
        <a:p>
          <a:endParaRPr lang="en-US"/>
        </a:p>
      </dgm:t>
    </dgm:pt>
    <dgm:pt modelId="{B7583ED4-1403-411F-8F18-4058C7F95014}" type="sibTrans" cxnId="{93B9CFF7-DD3E-42F1-8C2B-1B575A28BD59}">
      <dgm:prSet/>
      <dgm:spPr/>
      <dgm:t>
        <a:bodyPr/>
        <a:lstStyle/>
        <a:p>
          <a:endParaRPr lang="en-US"/>
        </a:p>
      </dgm:t>
    </dgm:pt>
    <dgm:pt modelId="{E6A135AB-F1B0-4F7C-B9DA-F82E6810C284}">
      <dgm:prSet/>
      <dgm:spPr/>
      <dgm:t>
        <a:bodyPr/>
        <a:lstStyle/>
        <a:p>
          <a:r>
            <a:rPr lang="en-US" b="1"/>
            <a:t>Data Overview</a:t>
          </a:r>
          <a:endParaRPr lang="en-US"/>
        </a:p>
      </dgm:t>
    </dgm:pt>
    <dgm:pt modelId="{6180C9F4-29A7-447F-BC6B-3A0B425EBD50}" type="parTrans" cxnId="{12F53BF3-12CC-448D-9A5B-294CE14CF696}">
      <dgm:prSet/>
      <dgm:spPr/>
      <dgm:t>
        <a:bodyPr/>
        <a:lstStyle/>
        <a:p>
          <a:endParaRPr lang="en-US"/>
        </a:p>
      </dgm:t>
    </dgm:pt>
    <dgm:pt modelId="{C27F3367-8A1D-4A02-95A3-AE1E0778E338}" type="sibTrans" cxnId="{12F53BF3-12CC-448D-9A5B-294CE14CF696}">
      <dgm:prSet/>
      <dgm:spPr/>
      <dgm:t>
        <a:bodyPr/>
        <a:lstStyle/>
        <a:p>
          <a:endParaRPr lang="en-US"/>
        </a:p>
      </dgm:t>
    </dgm:pt>
    <dgm:pt modelId="{90649462-F283-406C-8D30-32F9966B3566}">
      <dgm:prSet/>
      <dgm:spPr/>
      <dgm:t>
        <a:bodyPr/>
        <a:lstStyle/>
        <a:p>
          <a:r>
            <a:rPr lang="en-US" b="1"/>
            <a:t>EDA Insights</a:t>
          </a:r>
          <a:endParaRPr lang="en-US"/>
        </a:p>
      </dgm:t>
    </dgm:pt>
    <dgm:pt modelId="{E829AE2A-B09B-42D1-84A8-5749E6B9A94E}" type="parTrans" cxnId="{240C53C9-444B-488B-9BFA-50BE93AD2CE9}">
      <dgm:prSet/>
      <dgm:spPr/>
      <dgm:t>
        <a:bodyPr/>
        <a:lstStyle/>
        <a:p>
          <a:endParaRPr lang="en-US"/>
        </a:p>
      </dgm:t>
    </dgm:pt>
    <dgm:pt modelId="{0E45BC8B-78D0-4228-94A1-9B66B223F30E}" type="sibTrans" cxnId="{240C53C9-444B-488B-9BFA-50BE93AD2CE9}">
      <dgm:prSet/>
      <dgm:spPr/>
      <dgm:t>
        <a:bodyPr/>
        <a:lstStyle/>
        <a:p>
          <a:endParaRPr lang="en-US"/>
        </a:p>
      </dgm:t>
    </dgm:pt>
    <dgm:pt modelId="{6157512E-A83B-4437-BF2B-B001F2FDB83D}">
      <dgm:prSet/>
      <dgm:spPr/>
      <dgm:t>
        <a:bodyPr/>
        <a:lstStyle/>
        <a:p>
          <a:r>
            <a:rPr lang="en-US" b="1"/>
            <a:t>Model Building</a:t>
          </a:r>
          <a:endParaRPr lang="en-US"/>
        </a:p>
      </dgm:t>
    </dgm:pt>
    <dgm:pt modelId="{68CC1D9D-9413-4F1D-9411-0AECC34D1EE8}" type="parTrans" cxnId="{1E1E47D8-E71E-4211-96BC-7023E5D625D6}">
      <dgm:prSet/>
      <dgm:spPr/>
      <dgm:t>
        <a:bodyPr/>
        <a:lstStyle/>
        <a:p>
          <a:endParaRPr lang="en-US"/>
        </a:p>
      </dgm:t>
    </dgm:pt>
    <dgm:pt modelId="{B53B4DD8-5A61-4C24-9453-C92A31825FCA}" type="sibTrans" cxnId="{1E1E47D8-E71E-4211-96BC-7023E5D625D6}">
      <dgm:prSet/>
      <dgm:spPr/>
      <dgm:t>
        <a:bodyPr/>
        <a:lstStyle/>
        <a:p>
          <a:endParaRPr lang="en-US"/>
        </a:p>
      </dgm:t>
    </dgm:pt>
    <dgm:pt modelId="{F60C71B4-48AF-47C0-A352-F3A5A1006A89}">
      <dgm:prSet/>
      <dgm:spPr/>
      <dgm:t>
        <a:bodyPr/>
        <a:lstStyle/>
        <a:p>
          <a:r>
            <a:rPr lang="en-US" b="1"/>
            <a:t>Model Evaluation</a:t>
          </a:r>
          <a:endParaRPr lang="en-US"/>
        </a:p>
      </dgm:t>
    </dgm:pt>
    <dgm:pt modelId="{49C03B3D-6C08-4202-B1AC-70A90F2F4E9C}" type="parTrans" cxnId="{C8E122C9-6C26-4154-B31D-61A16CE32A66}">
      <dgm:prSet/>
      <dgm:spPr/>
      <dgm:t>
        <a:bodyPr/>
        <a:lstStyle/>
        <a:p>
          <a:endParaRPr lang="en-US"/>
        </a:p>
      </dgm:t>
    </dgm:pt>
    <dgm:pt modelId="{F5162249-C7F3-4F10-8DA9-7C505BF429C9}" type="sibTrans" cxnId="{C8E122C9-6C26-4154-B31D-61A16CE32A66}">
      <dgm:prSet/>
      <dgm:spPr/>
      <dgm:t>
        <a:bodyPr/>
        <a:lstStyle/>
        <a:p>
          <a:endParaRPr lang="en-US"/>
        </a:p>
      </dgm:t>
    </dgm:pt>
    <dgm:pt modelId="{FB105D31-0350-4EDA-8518-6364172C75D1}">
      <dgm:prSet/>
      <dgm:spPr/>
      <dgm:t>
        <a:bodyPr/>
        <a:lstStyle/>
        <a:p>
          <a:r>
            <a:rPr lang="en-US" b="1"/>
            <a:t>Deployment</a:t>
          </a:r>
          <a:endParaRPr lang="en-US"/>
        </a:p>
      </dgm:t>
    </dgm:pt>
    <dgm:pt modelId="{616791D2-861A-4E8D-962F-08C69F82EFE9}" type="parTrans" cxnId="{1DE3ED3A-F17D-4989-89AC-666211D49751}">
      <dgm:prSet/>
      <dgm:spPr/>
      <dgm:t>
        <a:bodyPr/>
        <a:lstStyle/>
        <a:p>
          <a:endParaRPr lang="en-US"/>
        </a:p>
      </dgm:t>
    </dgm:pt>
    <dgm:pt modelId="{1F93E530-ACF8-4A00-B33A-DA7E2833B036}" type="sibTrans" cxnId="{1DE3ED3A-F17D-4989-89AC-666211D49751}">
      <dgm:prSet/>
      <dgm:spPr/>
      <dgm:t>
        <a:bodyPr/>
        <a:lstStyle/>
        <a:p>
          <a:endParaRPr lang="en-US"/>
        </a:p>
      </dgm:t>
    </dgm:pt>
    <dgm:pt modelId="{4DBE4471-E6FA-4359-96BB-D33E4E23ED40}">
      <dgm:prSet/>
      <dgm:spPr/>
      <dgm:t>
        <a:bodyPr/>
        <a:lstStyle/>
        <a:p>
          <a:r>
            <a:rPr lang="en-US" b="1"/>
            <a:t>Conclusion</a:t>
          </a:r>
          <a:endParaRPr lang="en-US"/>
        </a:p>
      </dgm:t>
    </dgm:pt>
    <dgm:pt modelId="{142C57D0-AB22-492F-9C1C-9EBE4269308F}" type="parTrans" cxnId="{A73E54EF-1711-4B90-B3E1-00674BCF9C9C}">
      <dgm:prSet/>
      <dgm:spPr/>
      <dgm:t>
        <a:bodyPr/>
        <a:lstStyle/>
        <a:p>
          <a:endParaRPr lang="en-US"/>
        </a:p>
      </dgm:t>
    </dgm:pt>
    <dgm:pt modelId="{C19DC78A-EC6D-4878-98C2-B7BE91EA66FA}" type="sibTrans" cxnId="{A73E54EF-1711-4B90-B3E1-00674BCF9C9C}">
      <dgm:prSet/>
      <dgm:spPr/>
      <dgm:t>
        <a:bodyPr/>
        <a:lstStyle/>
        <a:p>
          <a:endParaRPr lang="en-US"/>
        </a:p>
      </dgm:t>
    </dgm:pt>
    <dgm:pt modelId="{707E21A8-8A27-4A5D-9CED-31194A75A49A}" type="pres">
      <dgm:prSet presAssocID="{FC2AC6E0-09D2-4F50-9E6F-94975E47071F}" presName="linear" presStyleCnt="0">
        <dgm:presLayoutVars>
          <dgm:animLvl val="lvl"/>
          <dgm:resizeHandles val="exact"/>
        </dgm:presLayoutVars>
      </dgm:prSet>
      <dgm:spPr/>
    </dgm:pt>
    <dgm:pt modelId="{F3BD7E5B-7F5C-43AA-8F3B-C9D2B62C4A97}" type="pres">
      <dgm:prSet presAssocID="{40D567FB-3628-4419-ABE2-5F01FEB2C73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38E6199-B8AC-45F9-9828-6685F6FAB6F5}" type="pres">
      <dgm:prSet presAssocID="{B7583ED4-1403-411F-8F18-4058C7F95014}" presName="spacer" presStyleCnt="0"/>
      <dgm:spPr/>
    </dgm:pt>
    <dgm:pt modelId="{EBA63490-F19F-4195-80A4-4B3B716B4AA3}" type="pres">
      <dgm:prSet presAssocID="{E6A135AB-F1B0-4F7C-B9DA-F82E6810C28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FA67BA3-666E-4EF6-89BF-090E1E69252D}" type="pres">
      <dgm:prSet presAssocID="{C27F3367-8A1D-4A02-95A3-AE1E0778E338}" presName="spacer" presStyleCnt="0"/>
      <dgm:spPr/>
    </dgm:pt>
    <dgm:pt modelId="{86A4B223-07E7-44EF-8E0B-E4F9CCC2DB4B}" type="pres">
      <dgm:prSet presAssocID="{90649462-F283-406C-8D30-32F9966B3566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5D3F74A-71D5-4ED1-A7E3-3687A75FA00B}" type="pres">
      <dgm:prSet presAssocID="{0E45BC8B-78D0-4228-94A1-9B66B223F30E}" presName="spacer" presStyleCnt="0"/>
      <dgm:spPr/>
    </dgm:pt>
    <dgm:pt modelId="{EB68DCA0-55DD-414C-98D0-C4EF8EC358BB}" type="pres">
      <dgm:prSet presAssocID="{6157512E-A83B-4437-BF2B-B001F2FDB83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25E6290-FD6D-448A-89B7-FFCCE2525B7B}" type="pres">
      <dgm:prSet presAssocID="{B53B4DD8-5A61-4C24-9453-C92A31825FCA}" presName="spacer" presStyleCnt="0"/>
      <dgm:spPr/>
    </dgm:pt>
    <dgm:pt modelId="{4E1E98BF-AA92-4C00-80A6-80042BEB2075}" type="pres">
      <dgm:prSet presAssocID="{F60C71B4-48AF-47C0-A352-F3A5A1006A89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ADB1F1F-AD8F-4DD5-9B0D-72B6C9640810}" type="pres">
      <dgm:prSet presAssocID="{F5162249-C7F3-4F10-8DA9-7C505BF429C9}" presName="spacer" presStyleCnt="0"/>
      <dgm:spPr/>
    </dgm:pt>
    <dgm:pt modelId="{6E548158-B1F9-491F-830A-CC47A1F819DA}" type="pres">
      <dgm:prSet presAssocID="{FB105D31-0350-4EDA-8518-6364172C75D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9651D55-0DA8-40E2-9EF9-AEFFB17FF17C}" type="pres">
      <dgm:prSet presAssocID="{1F93E530-ACF8-4A00-B33A-DA7E2833B036}" presName="spacer" presStyleCnt="0"/>
      <dgm:spPr/>
    </dgm:pt>
    <dgm:pt modelId="{556EB9BF-3EE0-4D2F-B91A-338C10BF72DE}" type="pres">
      <dgm:prSet presAssocID="{4DBE4471-E6FA-4359-96BB-D33E4E23ED4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DE3ED3A-F17D-4989-89AC-666211D49751}" srcId="{FC2AC6E0-09D2-4F50-9E6F-94975E47071F}" destId="{FB105D31-0350-4EDA-8518-6364172C75D1}" srcOrd="5" destOrd="0" parTransId="{616791D2-861A-4E8D-962F-08C69F82EFE9}" sibTransId="{1F93E530-ACF8-4A00-B33A-DA7E2833B036}"/>
    <dgm:cxn modelId="{C259D975-9E32-43A9-9B58-9B466D663C4F}" type="presOf" srcId="{E6A135AB-F1B0-4F7C-B9DA-F82E6810C284}" destId="{EBA63490-F19F-4195-80A4-4B3B716B4AA3}" srcOrd="0" destOrd="0" presId="urn:microsoft.com/office/officeart/2005/8/layout/vList2"/>
    <dgm:cxn modelId="{7E512B79-5A7E-4F08-B3F7-D111C1C4FE92}" type="presOf" srcId="{F60C71B4-48AF-47C0-A352-F3A5A1006A89}" destId="{4E1E98BF-AA92-4C00-80A6-80042BEB2075}" srcOrd="0" destOrd="0" presId="urn:microsoft.com/office/officeart/2005/8/layout/vList2"/>
    <dgm:cxn modelId="{1C75597E-F334-4CEE-BAE4-C907DBD1A58E}" type="presOf" srcId="{90649462-F283-406C-8D30-32F9966B3566}" destId="{86A4B223-07E7-44EF-8E0B-E4F9CCC2DB4B}" srcOrd="0" destOrd="0" presId="urn:microsoft.com/office/officeart/2005/8/layout/vList2"/>
    <dgm:cxn modelId="{D555E991-3C59-4678-9EC8-30FA62ED1CC8}" type="presOf" srcId="{6157512E-A83B-4437-BF2B-B001F2FDB83D}" destId="{EB68DCA0-55DD-414C-98D0-C4EF8EC358BB}" srcOrd="0" destOrd="0" presId="urn:microsoft.com/office/officeart/2005/8/layout/vList2"/>
    <dgm:cxn modelId="{86890596-CB8E-406D-AFCE-824549299BFA}" type="presOf" srcId="{FB105D31-0350-4EDA-8518-6364172C75D1}" destId="{6E548158-B1F9-491F-830A-CC47A1F819DA}" srcOrd="0" destOrd="0" presId="urn:microsoft.com/office/officeart/2005/8/layout/vList2"/>
    <dgm:cxn modelId="{E2CE369D-0152-45C7-AB05-E99D86BCD511}" type="presOf" srcId="{4DBE4471-E6FA-4359-96BB-D33E4E23ED40}" destId="{556EB9BF-3EE0-4D2F-B91A-338C10BF72DE}" srcOrd="0" destOrd="0" presId="urn:microsoft.com/office/officeart/2005/8/layout/vList2"/>
    <dgm:cxn modelId="{C6C3FF9F-3F96-4C13-BE0F-963AAEC3C72C}" type="presOf" srcId="{40D567FB-3628-4419-ABE2-5F01FEB2C73A}" destId="{F3BD7E5B-7F5C-43AA-8F3B-C9D2B62C4A97}" srcOrd="0" destOrd="0" presId="urn:microsoft.com/office/officeart/2005/8/layout/vList2"/>
    <dgm:cxn modelId="{C8E122C9-6C26-4154-B31D-61A16CE32A66}" srcId="{FC2AC6E0-09D2-4F50-9E6F-94975E47071F}" destId="{F60C71B4-48AF-47C0-A352-F3A5A1006A89}" srcOrd="4" destOrd="0" parTransId="{49C03B3D-6C08-4202-B1AC-70A90F2F4E9C}" sibTransId="{F5162249-C7F3-4F10-8DA9-7C505BF429C9}"/>
    <dgm:cxn modelId="{240C53C9-444B-488B-9BFA-50BE93AD2CE9}" srcId="{FC2AC6E0-09D2-4F50-9E6F-94975E47071F}" destId="{90649462-F283-406C-8D30-32F9966B3566}" srcOrd="2" destOrd="0" parTransId="{E829AE2A-B09B-42D1-84A8-5749E6B9A94E}" sibTransId="{0E45BC8B-78D0-4228-94A1-9B66B223F30E}"/>
    <dgm:cxn modelId="{1E1E47D8-E71E-4211-96BC-7023E5D625D6}" srcId="{FC2AC6E0-09D2-4F50-9E6F-94975E47071F}" destId="{6157512E-A83B-4437-BF2B-B001F2FDB83D}" srcOrd="3" destOrd="0" parTransId="{68CC1D9D-9413-4F1D-9411-0AECC34D1EE8}" sibTransId="{B53B4DD8-5A61-4C24-9453-C92A31825FCA}"/>
    <dgm:cxn modelId="{BAD979EA-2602-49D3-8A7B-0E146F14AAAB}" type="presOf" srcId="{FC2AC6E0-09D2-4F50-9E6F-94975E47071F}" destId="{707E21A8-8A27-4A5D-9CED-31194A75A49A}" srcOrd="0" destOrd="0" presId="urn:microsoft.com/office/officeart/2005/8/layout/vList2"/>
    <dgm:cxn modelId="{A73E54EF-1711-4B90-B3E1-00674BCF9C9C}" srcId="{FC2AC6E0-09D2-4F50-9E6F-94975E47071F}" destId="{4DBE4471-E6FA-4359-96BB-D33E4E23ED40}" srcOrd="6" destOrd="0" parTransId="{142C57D0-AB22-492F-9C1C-9EBE4269308F}" sibTransId="{C19DC78A-EC6D-4878-98C2-B7BE91EA66FA}"/>
    <dgm:cxn modelId="{12F53BF3-12CC-448D-9A5B-294CE14CF696}" srcId="{FC2AC6E0-09D2-4F50-9E6F-94975E47071F}" destId="{E6A135AB-F1B0-4F7C-B9DA-F82E6810C284}" srcOrd="1" destOrd="0" parTransId="{6180C9F4-29A7-447F-BC6B-3A0B425EBD50}" sibTransId="{C27F3367-8A1D-4A02-95A3-AE1E0778E338}"/>
    <dgm:cxn modelId="{93B9CFF7-DD3E-42F1-8C2B-1B575A28BD59}" srcId="{FC2AC6E0-09D2-4F50-9E6F-94975E47071F}" destId="{40D567FB-3628-4419-ABE2-5F01FEB2C73A}" srcOrd="0" destOrd="0" parTransId="{A33D2D4F-61EF-4B8A-B345-B45439B94744}" sibTransId="{B7583ED4-1403-411F-8F18-4058C7F95014}"/>
    <dgm:cxn modelId="{755A80BF-6718-425A-BF47-A15A2469E81E}" type="presParOf" srcId="{707E21A8-8A27-4A5D-9CED-31194A75A49A}" destId="{F3BD7E5B-7F5C-43AA-8F3B-C9D2B62C4A97}" srcOrd="0" destOrd="0" presId="urn:microsoft.com/office/officeart/2005/8/layout/vList2"/>
    <dgm:cxn modelId="{86224446-A10F-4448-B168-9797F2C7E404}" type="presParOf" srcId="{707E21A8-8A27-4A5D-9CED-31194A75A49A}" destId="{738E6199-B8AC-45F9-9828-6685F6FAB6F5}" srcOrd="1" destOrd="0" presId="urn:microsoft.com/office/officeart/2005/8/layout/vList2"/>
    <dgm:cxn modelId="{7C857044-03E4-42E8-A146-2E58276BB7B5}" type="presParOf" srcId="{707E21A8-8A27-4A5D-9CED-31194A75A49A}" destId="{EBA63490-F19F-4195-80A4-4B3B716B4AA3}" srcOrd="2" destOrd="0" presId="urn:microsoft.com/office/officeart/2005/8/layout/vList2"/>
    <dgm:cxn modelId="{51A0C94B-60D5-4533-88ED-0448FAD0855E}" type="presParOf" srcId="{707E21A8-8A27-4A5D-9CED-31194A75A49A}" destId="{4FA67BA3-666E-4EF6-89BF-090E1E69252D}" srcOrd="3" destOrd="0" presId="urn:microsoft.com/office/officeart/2005/8/layout/vList2"/>
    <dgm:cxn modelId="{2E2486E9-537F-4B3E-BDBE-5F02F3235A67}" type="presParOf" srcId="{707E21A8-8A27-4A5D-9CED-31194A75A49A}" destId="{86A4B223-07E7-44EF-8E0B-E4F9CCC2DB4B}" srcOrd="4" destOrd="0" presId="urn:microsoft.com/office/officeart/2005/8/layout/vList2"/>
    <dgm:cxn modelId="{72621523-00D6-4716-B585-AECBC3965F73}" type="presParOf" srcId="{707E21A8-8A27-4A5D-9CED-31194A75A49A}" destId="{55D3F74A-71D5-4ED1-A7E3-3687A75FA00B}" srcOrd="5" destOrd="0" presId="urn:microsoft.com/office/officeart/2005/8/layout/vList2"/>
    <dgm:cxn modelId="{504D8396-1E38-4209-86E5-901600D0B956}" type="presParOf" srcId="{707E21A8-8A27-4A5D-9CED-31194A75A49A}" destId="{EB68DCA0-55DD-414C-98D0-C4EF8EC358BB}" srcOrd="6" destOrd="0" presId="urn:microsoft.com/office/officeart/2005/8/layout/vList2"/>
    <dgm:cxn modelId="{EE9C7182-B0FF-42F7-8288-64979E92B0F3}" type="presParOf" srcId="{707E21A8-8A27-4A5D-9CED-31194A75A49A}" destId="{425E6290-FD6D-448A-89B7-FFCCE2525B7B}" srcOrd="7" destOrd="0" presId="urn:microsoft.com/office/officeart/2005/8/layout/vList2"/>
    <dgm:cxn modelId="{05FB5779-3F5B-456B-80FD-2B1E9C5B1B3B}" type="presParOf" srcId="{707E21A8-8A27-4A5D-9CED-31194A75A49A}" destId="{4E1E98BF-AA92-4C00-80A6-80042BEB2075}" srcOrd="8" destOrd="0" presId="urn:microsoft.com/office/officeart/2005/8/layout/vList2"/>
    <dgm:cxn modelId="{E16B480D-E5F0-4037-A773-1E8B1B69FC12}" type="presParOf" srcId="{707E21A8-8A27-4A5D-9CED-31194A75A49A}" destId="{BADB1F1F-AD8F-4DD5-9B0D-72B6C9640810}" srcOrd="9" destOrd="0" presId="urn:microsoft.com/office/officeart/2005/8/layout/vList2"/>
    <dgm:cxn modelId="{17BA22B9-7FE2-437F-9500-09A8C9E63949}" type="presParOf" srcId="{707E21A8-8A27-4A5D-9CED-31194A75A49A}" destId="{6E548158-B1F9-491F-830A-CC47A1F819DA}" srcOrd="10" destOrd="0" presId="urn:microsoft.com/office/officeart/2005/8/layout/vList2"/>
    <dgm:cxn modelId="{FD5723A9-C798-4630-BC94-6EF1ABD62E44}" type="presParOf" srcId="{707E21A8-8A27-4A5D-9CED-31194A75A49A}" destId="{D9651D55-0DA8-40E2-9EF9-AEFFB17FF17C}" srcOrd="11" destOrd="0" presId="urn:microsoft.com/office/officeart/2005/8/layout/vList2"/>
    <dgm:cxn modelId="{FEAE3A70-58B1-4550-8DE2-4D92B28F93D9}" type="presParOf" srcId="{707E21A8-8A27-4A5D-9CED-31194A75A49A}" destId="{556EB9BF-3EE0-4D2F-B91A-338C10BF72D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EA0CB-603B-4311-B36C-C6878153CA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7514178-F136-45A5-B39A-7BE183B1C0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Input (X) Variables:</a:t>
          </a:r>
          <a:r>
            <a:rPr lang="en-US"/>
            <a:t> distance_to_solar_noon, temperature, wind_direction, wind_speed, sky_cover, visibility, humidity, average_wind_speed, average_pressure.</a:t>
          </a:r>
        </a:p>
      </dgm:t>
    </dgm:pt>
    <dgm:pt modelId="{BE319318-C71F-4489-A43C-D21A46805C77}" type="parTrans" cxnId="{399C8FF8-3477-49FF-97BE-9AE74513F339}">
      <dgm:prSet/>
      <dgm:spPr/>
      <dgm:t>
        <a:bodyPr/>
        <a:lstStyle/>
        <a:p>
          <a:endParaRPr lang="en-US"/>
        </a:p>
      </dgm:t>
    </dgm:pt>
    <dgm:pt modelId="{0B059CB8-2AFC-4F7B-9EB1-64BB08FA3B06}" type="sibTrans" cxnId="{399C8FF8-3477-49FF-97BE-9AE74513F339}">
      <dgm:prSet/>
      <dgm:spPr/>
      <dgm:t>
        <a:bodyPr/>
        <a:lstStyle/>
        <a:p>
          <a:endParaRPr lang="en-US"/>
        </a:p>
      </dgm:t>
    </dgm:pt>
    <dgm:pt modelId="{73AA67BD-2C83-4AEF-A189-B4A0E058DA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Target (Y) Variable:</a:t>
          </a:r>
          <a:r>
            <a:rPr lang="en-IN"/>
            <a:t> power_generated</a:t>
          </a:r>
          <a:endParaRPr lang="en-US"/>
        </a:p>
      </dgm:t>
    </dgm:pt>
    <dgm:pt modelId="{DD2A8533-777E-423E-B526-F1DA9C253D37}" type="parTrans" cxnId="{9A845FA7-D15C-43DA-97B5-A78CE56EBAA5}">
      <dgm:prSet/>
      <dgm:spPr/>
      <dgm:t>
        <a:bodyPr/>
        <a:lstStyle/>
        <a:p>
          <a:endParaRPr lang="en-US"/>
        </a:p>
      </dgm:t>
    </dgm:pt>
    <dgm:pt modelId="{287A1939-9B5F-495D-B110-C7F518A7AF06}" type="sibTrans" cxnId="{9A845FA7-D15C-43DA-97B5-A78CE56EBAA5}">
      <dgm:prSet/>
      <dgm:spPr/>
      <dgm:t>
        <a:bodyPr/>
        <a:lstStyle/>
        <a:p>
          <a:endParaRPr lang="en-US"/>
        </a:p>
      </dgm:t>
    </dgm:pt>
    <dgm:pt modelId="{744D1F47-5670-4BF1-AF5A-1C4B762884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Models Used</a:t>
          </a:r>
        </a:p>
        <a:p>
          <a:pPr>
            <a:lnSpc>
              <a:spcPct val="100000"/>
            </a:lnSpc>
          </a:pPr>
          <a:r>
            <a:rPr lang="en-US" dirty="0"/>
            <a:t>Linear Regression, Ridge Regression, Lasso Regression, Random Forest Regressor, </a:t>
          </a:r>
          <a:r>
            <a:rPr lang="en-US" dirty="0" err="1"/>
            <a:t>XGBoost</a:t>
          </a:r>
          <a:r>
            <a:rPr lang="en-US" dirty="0"/>
            <a:t> Regressor.</a:t>
          </a:r>
        </a:p>
      </dgm:t>
    </dgm:pt>
    <dgm:pt modelId="{052D16D1-12B7-4E59-8C07-C7CC4619A7EC}" type="parTrans" cxnId="{B5EB833C-C5DF-4EA5-BB30-F80F8E292DED}">
      <dgm:prSet/>
      <dgm:spPr/>
      <dgm:t>
        <a:bodyPr/>
        <a:lstStyle/>
        <a:p>
          <a:endParaRPr lang="en-US"/>
        </a:p>
      </dgm:t>
    </dgm:pt>
    <dgm:pt modelId="{C8B3BE6B-2F58-47FB-A2DF-03101111AB03}" type="sibTrans" cxnId="{B5EB833C-C5DF-4EA5-BB30-F80F8E292DED}">
      <dgm:prSet/>
      <dgm:spPr/>
      <dgm:t>
        <a:bodyPr/>
        <a:lstStyle/>
        <a:p>
          <a:endParaRPr lang="en-US"/>
        </a:p>
      </dgm:t>
    </dgm:pt>
    <dgm:pt modelId="{68482D92-A55A-495D-B5D3-2ABBEAA0E48D}" type="pres">
      <dgm:prSet presAssocID="{302EA0CB-603B-4311-B36C-C6878153CA90}" presName="root" presStyleCnt="0">
        <dgm:presLayoutVars>
          <dgm:dir/>
          <dgm:resizeHandles val="exact"/>
        </dgm:presLayoutVars>
      </dgm:prSet>
      <dgm:spPr/>
    </dgm:pt>
    <dgm:pt modelId="{AB2F6740-17E2-41B8-A1A6-2EDE27FF697B}" type="pres">
      <dgm:prSet presAssocID="{F7514178-F136-45A5-B39A-7BE183B1C0F7}" presName="compNode" presStyleCnt="0"/>
      <dgm:spPr/>
    </dgm:pt>
    <dgm:pt modelId="{334FECF8-76F9-42DA-92B1-4191B10C0DB2}" type="pres">
      <dgm:prSet presAssocID="{F7514178-F136-45A5-B39A-7BE183B1C0F7}" presName="bgRect" presStyleLbl="bgShp" presStyleIdx="0" presStyleCnt="3"/>
      <dgm:spPr/>
    </dgm:pt>
    <dgm:pt modelId="{D597D8A9-1171-46DA-B537-1B6F875321CF}" type="pres">
      <dgm:prSet presAssocID="{F7514178-F136-45A5-B39A-7BE183B1C0F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A663C2FF-487B-4333-8CBC-CAA4BBF852D9}" type="pres">
      <dgm:prSet presAssocID="{F7514178-F136-45A5-B39A-7BE183B1C0F7}" presName="spaceRect" presStyleCnt="0"/>
      <dgm:spPr/>
    </dgm:pt>
    <dgm:pt modelId="{860AC459-8A8A-4ED6-969B-A9F977BC0442}" type="pres">
      <dgm:prSet presAssocID="{F7514178-F136-45A5-B39A-7BE183B1C0F7}" presName="parTx" presStyleLbl="revTx" presStyleIdx="0" presStyleCnt="3">
        <dgm:presLayoutVars>
          <dgm:chMax val="0"/>
          <dgm:chPref val="0"/>
        </dgm:presLayoutVars>
      </dgm:prSet>
      <dgm:spPr/>
    </dgm:pt>
    <dgm:pt modelId="{E1E8E67E-CB88-4078-978F-510EDA3ED922}" type="pres">
      <dgm:prSet presAssocID="{0B059CB8-2AFC-4F7B-9EB1-64BB08FA3B06}" presName="sibTrans" presStyleCnt="0"/>
      <dgm:spPr/>
    </dgm:pt>
    <dgm:pt modelId="{65F2732A-07C4-46D4-8E45-93AB31730115}" type="pres">
      <dgm:prSet presAssocID="{73AA67BD-2C83-4AEF-A189-B4A0E058DAC5}" presName="compNode" presStyleCnt="0"/>
      <dgm:spPr/>
    </dgm:pt>
    <dgm:pt modelId="{C2D25CDA-C240-4FDD-9256-AB981323E3B9}" type="pres">
      <dgm:prSet presAssocID="{73AA67BD-2C83-4AEF-A189-B4A0E058DAC5}" presName="bgRect" presStyleLbl="bgShp" presStyleIdx="1" presStyleCnt="3"/>
      <dgm:spPr/>
    </dgm:pt>
    <dgm:pt modelId="{13BC3D6C-DABC-4A0B-AEDA-6B83691A0424}" type="pres">
      <dgm:prSet presAssocID="{73AA67BD-2C83-4AEF-A189-B4A0E058DA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016F4F07-955A-4F19-99E7-59D369567A4A}" type="pres">
      <dgm:prSet presAssocID="{73AA67BD-2C83-4AEF-A189-B4A0E058DAC5}" presName="spaceRect" presStyleCnt="0"/>
      <dgm:spPr/>
    </dgm:pt>
    <dgm:pt modelId="{C3858E94-9F7E-42E8-9AF7-1AFD1227FCFA}" type="pres">
      <dgm:prSet presAssocID="{73AA67BD-2C83-4AEF-A189-B4A0E058DAC5}" presName="parTx" presStyleLbl="revTx" presStyleIdx="1" presStyleCnt="3">
        <dgm:presLayoutVars>
          <dgm:chMax val="0"/>
          <dgm:chPref val="0"/>
        </dgm:presLayoutVars>
      </dgm:prSet>
      <dgm:spPr/>
    </dgm:pt>
    <dgm:pt modelId="{980F7225-908C-4174-9D97-222FA4925A21}" type="pres">
      <dgm:prSet presAssocID="{287A1939-9B5F-495D-B110-C7F518A7AF06}" presName="sibTrans" presStyleCnt="0"/>
      <dgm:spPr/>
    </dgm:pt>
    <dgm:pt modelId="{0A31A1B2-3CB7-4577-878E-35E916D4C0D5}" type="pres">
      <dgm:prSet presAssocID="{744D1F47-5670-4BF1-AF5A-1C4B762884E2}" presName="compNode" presStyleCnt="0"/>
      <dgm:spPr/>
    </dgm:pt>
    <dgm:pt modelId="{817AFFED-3CAC-4E37-AF4D-4EC9910F54F6}" type="pres">
      <dgm:prSet presAssocID="{744D1F47-5670-4BF1-AF5A-1C4B762884E2}" presName="bgRect" presStyleLbl="bgShp" presStyleIdx="2" presStyleCnt="3"/>
      <dgm:spPr/>
    </dgm:pt>
    <dgm:pt modelId="{5F480A2E-B7C2-4798-9A2B-6F0D7D186510}" type="pres">
      <dgm:prSet presAssocID="{744D1F47-5670-4BF1-AF5A-1C4B762884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13F657F-4D4E-40E7-AFD0-237D86065AD1}" type="pres">
      <dgm:prSet presAssocID="{744D1F47-5670-4BF1-AF5A-1C4B762884E2}" presName="spaceRect" presStyleCnt="0"/>
      <dgm:spPr/>
    </dgm:pt>
    <dgm:pt modelId="{1707D6F3-94CD-4A77-95A0-4FBB89D450D7}" type="pres">
      <dgm:prSet presAssocID="{744D1F47-5670-4BF1-AF5A-1C4B762884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EDE9019-B56C-402A-81CE-EAD0B4770867}" type="presOf" srcId="{73AA67BD-2C83-4AEF-A189-B4A0E058DAC5}" destId="{C3858E94-9F7E-42E8-9AF7-1AFD1227FCFA}" srcOrd="0" destOrd="0" presId="urn:microsoft.com/office/officeart/2018/2/layout/IconVerticalSolidList"/>
    <dgm:cxn modelId="{7240A138-41AF-4FC2-9B44-4725095CCE9E}" type="presOf" srcId="{302EA0CB-603B-4311-B36C-C6878153CA90}" destId="{68482D92-A55A-495D-B5D3-2ABBEAA0E48D}" srcOrd="0" destOrd="0" presId="urn:microsoft.com/office/officeart/2018/2/layout/IconVerticalSolidList"/>
    <dgm:cxn modelId="{B5EB833C-C5DF-4EA5-BB30-F80F8E292DED}" srcId="{302EA0CB-603B-4311-B36C-C6878153CA90}" destId="{744D1F47-5670-4BF1-AF5A-1C4B762884E2}" srcOrd="2" destOrd="0" parTransId="{052D16D1-12B7-4E59-8C07-C7CC4619A7EC}" sibTransId="{C8B3BE6B-2F58-47FB-A2DF-03101111AB03}"/>
    <dgm:cxn modelId="{3A0AB04A-B69F-4026-B5D8-D88E5DF40D3B}" type="presOf" srcId="{F7514178-F136-45A5-B39A-7BE183B1C0F7}" destId="{860AC459-8A8A-4ED6-969B-A9F977BC0442}" srcOrd="0" destOrd="0" presId="urn:microsoft.com/office/officeart/2018/2/layout/IconVerticalSolidList"/>
    <dgm:cxn modelId="{9A845FA7-D15C-43DA-97B5-A78CE56EBAA5}" srcId="{302EA0CB-603B-4311-B36C-C6878153CA90}" destId="{73AA67BD-2C83-4AEF-A189-B4A0E058DAC5}" srcOrd="1" destOrd="0" parTransId="{DD2A8533-777E-423E-B526-F1DA9C253D37}" sibTransId="{287A1939-9B5F-495D-B110-C7F518A7AF06}"/>
    <dgm:cxn modelId="{67F5CCAC-0CEA-43E6-8DE2-CCE9BE6954A1}" type="presOf" srcId="{744D1F47-5670-4BF1-AF5A-1C4B762884E2}" destId="{1707D6F3-94CD-4A77-95A0-4FBB89D450D7}" srcOrd="0" destOrd="0" presId="urn:microsoft.com/office/officeart/2018/2/layout/IconVerticalSolidList"/>
    <dgm:cxn modelId="{399C8FF8-3477-49FF-97BE-9AE74513F339}" srcId="{302EA0CB-603B-4311-B36C-C6878153CA90}" destId="{F7514178-F136-45A5-B39A-7BE183B1C0F7}" srcOrd="0" destOrd="0" parTransId="{BE319318-C71F-4489-A43C-D21A46805C77}" sibTransId="{0B059CB8-2AFC-4F7B-9EB1-64BB08FA3B06}"/>
    <dgm:cxn modelId="{BC124310-E072-417B-8A5A-6B030612C243}" type="presParOf" srcId="{68482D92-A55A-495D-B5D3-2ABBEAA0E48D}" destId="{AB2F6740-17E2-41B8-A1A6-2EDE27FF697B}" srcOrd="0" destOrd="0" presId="urn:microsoft.com/office/officeart/2018/2/layout/IconVerticalSolidList"/>
    <dgm:cxn modelId="{1C594CBE-99D1-47A9-8762-B70E003186DB}" type="presParOf" srcId="{AB2F6740-17E2-41B8-A1A6-2EDE27FF697B}" destId="{334FECF8-76F9-42DA-92B1-4191B10C0DB2}" srcOrd="0" destOrd="0" presId="urn:microsoft.com/office/officeart/2018/2/layout/IconVerticalSolidList"/>
    <dgm:cxn modelId="{C5936F48-86F5-47FA-AF6A-CA529820E213}" type="presParOf" srcId="{AB2F6740-17E2-41B8-A1A6-2EDE27FF697B}" destId="{D597D8A9-1171-46DA-B537-1B6F875321CF}" srcOrd="1" destOrd="0" presId="urn:microsoft.com/office/officeart/2018/2/layout/IconVerticalSolidList"/>
    <dgm:cxn modelId="{11A660A5-B034-4F0F-A176-9DD648CC2C3E}" type="presParOf" srcId="{AB2F6740-17E2-41B8-A1A6-2EDE27FF697B}" destId="{A663C2FF-487B-4333-8CBC-CAA4BBF852D9}" srcOrd="2" destOrd="0" presId="urn:microsoft.com/office/officeart/2018/2/layout/IconVerticalSolidList"/>
    <dgm:cxn modelId="{ED717993-D21F-4347-A0FC-09F99E2A1A9D}" type="presParOf" srcId="{AB2F6740-17E2-41B8-A1A6-2EDE27FF697B}" destId="{860AC459-8A8A-4ED6-969B-A9F977BC0442}" srcOrd="3" destOrd="0" presId="urn:microsoft.com/office/officeart/2018/2/layout/IconVerticalSolidList"/>
    <dgm:cxn modelId="{216C2562-4E5A-4933-8CC8-8ED531DE918B}" type="presParOf" srcId="{68482D92-A55A-495D-B5D3-2ABBEAA0E48D}" destId="{E1E8E67E-CB88-4078-978F-510EDA3ED922}" srcOrd="1" destOrd="0" presId="urn:microsoft.com/office/officeart/2018/2/layout/IconVerticalSolidList"/>
    <dgm:cxn modelId="{CDEB6F2C-CEC2-4E6E-A93D-5CB993DEA3B5}" type="presParOf" srcId="{68482D92-A55A-495D-B5D3-2ABBEAA0E48D}" destId="{65F2732A-07C4-46D4-8E45-93AB31730115}" srcOrd="2" destOrd="0" presId="urn:microsoft.com/office/officeart/2018/2/layout/IconVerticalSolidList"/>
    <dgm:cxn modelId="{A6939967-95CD-4D79-86C7-933BDA99F16E}" type="presParOf" srcId="{65F2732A-07C4-46D4-8E45-93AB31730115}" destId="{C2D25CDA-C240-4FDD-9256-AB981323E3B9}" srcOrd="0" destOrd="0" presId="urn:microsoft.com/office/officeart/2018/2/layout/IconVerticalSolidList"/>
    <dgm:cxn modelId="{2D1540FA-CEFC-42CF-9C52-0F6B3D202B31}" type="presParOf" srcId="{65F2732A-07C4-46D4-8E45-93AB31730115}" destId="{13BC3D6C-DABC-4A0B-AEDA-6B83691A0424}" srcOrd="1" destOrd="0" presId="urn:microsoft.com/office/officeart/2018/2/layout/IconVerticalSolidList"/>
    <dgm:cxn modelId="{A672A067-DE06-43A9-99A0-4476F2046C06}" type="presParOf" srcId="{65F2732A-07C4-46D4-8E45-93AB31730115}" destId="{016F4F07-955A-4F19-99E7-59D369567A4A}" srcOrd="2" destOrd="0" presId="urn:microsoft.com/office/officeart/2018/2/layout/IconVerticalSolidList"/>
    <dgm:cxn modelId="{B43CAA6B-9F23-4929-A2A4-8B986424E6F3}" type="presParOf" srcId="{65F2732A-07C4-46D4-8E45-93AB31730115}" destId="{C3858E94-9F7E-42E8-9AF7-1AFD1227FCFA}" srcOrd="3" destOrd="0" presId="urn:microsoft.com/office/officeart/2018/2/layout/IconVerticalSolidList"/>
    <dgm:cxn modelId="{E589A2FE-55CB-4F6D-9E3C-DC2F5E2E86E6}" type="presParOf" srcId="{68482D92-A55A-495D-B5D3-2ABBEAA0E48D}" destId="{980F7225-908C-4174-9D97-222FA4925A21}" srcOrd="3" destOrd="0" presId="urn:microsoft.com/office/officeart/2018/2/layout/IconVerticalSolidList"/>
    <dgm:cxn modelId="{038E4EDC-7D23-406F-A39E-E564B107152D}" type="presParOf" srcId="{68482D92-A55A-495D-B5D3-2ABBEAA0E48D}" destId="{0A31A1B2-3CB7-4577-878E-35E916D4C0D5}" srcOrd="4" destOrd="0" presId="urn:microsoft.com/office/officeart/2018/2/layout/IconVerticalSolidList"/>
    <dgm:cxn modelId="{F99D49E0-9FEA-4553-BD27-9D57A15D07FC}" type="presParOf" srcId="{0A31A1B2-3CB7-4577-878E-35E916D4C0D5}" destId="{817AFFED-3CAC-4E37-AF4D-4EC9910F54F6}" srcOrd="0" destOrd="0" presId="urn:microsoft.com/office/officeart/2018/2/layout/IconVerticalSolidList"/>
    <dgm:cxn modelId="{B46D463F-8040-4B30-A35D-3BC167666F1D}" type="presParOf" srcId="{0A31A1B2-3CB7-4577-878E-35E916D4C0D5}" destId="{5F480A2E-B7C2-4798-9A2B-6F0D7D186510}" srcOrd="1" destOrd="0" presId="urn:microsoft.com/office/officeart/2018/2/layout/IconVerticalSolidList"/>
    <dgm:cxn modelId="{35DBC443-52D0-4ACF-8CA6-E36E9CC67E70}" type="presParOf" srcId="{0A31A1B2-3CB7-4577-878E-35E916D4C0D5}" destId="{013F657F-4D4E-40E7-AFD0-237D86065AD1}" srcOrd="2" destOrd="0" presId="urn:microsoft.com/office/officeart/2018/2/layout/IconVerticalSolidList"/>
    <dgm:cxn modelId="{FE5C7E6E-497A-4DFB-B1A7-A408BFFC98AA}" type="presParOf" srcId="{0A31A1B2-3CB7-4577-878E-35E916D4C0D5}" destId="{1707D6F3-94CD-4A77-95A0-4FBB89D450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FA89F-4BC9-4F96-91C5-89EB23C0073E}">
      <dsp:nvSpPr>
        <dsp:cNvPr id="0" name=""/>
        <dsp:cNvSpPr/>
      </dsp:nvSpPr>
      <dsp:spPr>
        <a:xfrm>
          <a:off x="0" y="935359"/>
          <a:ext cx="5115491" cy="14449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Priyanka Omprakash Yadav</a:t>
          </a:r>
          <a:endParaRPr lang="en-US" sz="3600" kern="1200" dirty="0"/>
        </a:p>
      </dsp:txBody>
      <dsp:txXfrm>
        <a:off x="70537" y="1005896"/>
        <a:ext cx="4974417" cy="1303875"/>
      </dsp:txXfrm>
    </dsp:sp>
    <dsp:sp modelId="{747721E5-6AD5-4A8B-B2B2-17C196592146}">
      <dsp:nvSpPr>
        <dsp:cNvPr id="0" name=""/>
        <dsp:cNvSpPr/>
      </dsp:nvSpPr>
      <dsp:spPr>
        <a:xfrm>
          <a:off x="0" y="2567509"/>
          <a:ext cx="5115491" cy="1444949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 Ruthvik Chowdary </a:t>
          </a:r>
          <a:r>
            <a:rPr lang="en-IN" sz="3600" kern="1200" dirty="0" err="1"/>
            <a:t>Sukhavasi</a:t>
          </a:r>
          <a:endParaRPr lang="en-US" sz="3600" kern="1200" dirty="0"/>
        </a:p>
      </dsp:txBody>
      <dsp:txXfrm>
        <a:off x="70537" y="2638046"/>
        <a:ext cx="4974417" cy="1303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D7E5B-7F5C-43AA-8F3B-C9D2B62C4A97}">
      <dsp:nvSpPr>
        <dsp:cNvPr id="0" name=""/>
        <dsp:cNvSpPr/>
      </dsp:nvSpPr>
      <dsp:spPr>
        <a:xfrm>
          <a:off x="0" y="50258"/>
          <a:ext cx="6245265" cy="7125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Introduction &amp; Problem Statement</a:t>
          </a:r>
          <a:endParaRPr lang="en-US" sz="2900" kern="1200"/>
        </a:p>
      </dsp:txBody>
      <dsp:txXfrm>
        <a:off x="34783" y="85041"/>
        <a:ext cx="6175699" cy="642964"/>
      </dsp:txXfrm>
    </dsp:sp>
    <dsp:sp modelId="{EBA63490-F19F-4195-80A4-4B3B716B4AA3}">
      <dsp:nvSpPr>
        <dsp:cNvPr id="0" name=""/>
        <dsp:cNvSpPr/>
      </dsp:nvSpPr>
      <dsp:spPr>
        <a:xfrm>
          <a:off x="0" y="846308"/>
          <a:ext cx="6245265" cy="712530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Data Overview</a:t>
          </a:r>
          <a:endParaRPr lang="en-US" sz="2900" kern="1200"/>
        </a:p>
      </dsp:txBody>
      <dsp:txXfrm>
        <a:off x="34783" y="881091"/>
        <a:ext cx="6175699" cy="642964"/>
      </dsp:txXfrm>
    </dsp:sp>
    <dsp:sp modelId="{86A4B223-07E7-44EF-8E0B-E4F9CCC2DB4B}">
      <dsp:nvSpPr>
        <dsp:cNvPr id="0" name=""/>
        <dsp:cNvSpPr/>
      </dsp:nvSpPr>
      <dsp:spPr>
        <a:xfrm>
          <a:off x="0" y="1642358"/>
          <a:ext cx="6245265" cy="71253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EDA Insights</a:t>
          </a:r>
          <a:endParaRPr lang="en-US" sz="2900" kern="1200"/>
        </a:p>
      </dsp:txBody>
      <dsp:txXfrm>
        <a:off x="34783" y="1677141"/>
        <a:ext cx="6175699" cy="642964"/>
      </dsp:txXfrm>
    </dsp:sp>
    <dsp:sp modelId="{EB68DCA0-55DD-414C-98D0-C4EF8EC358BB}">
      <dsp:nvSpPr>
        <dsp:cNvPr id="0" name=""/>
        <dsp:cNvSpPr/>
      </dsp:nvSpPr>
      <dsp:spPr>
        <a:xfrm>
          <a:off x="0" y="2438408"/>
          <a:ext cx="6245265" cy="71253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Model Building</a:t>
          </a:r>
          <a:endParaRPr lang="en-US" sz="2900" kern="1200"/>
        </a:p>
      </dsp:txBody>
      <dsp:txXfrm>
        <a:off x="34783" y="2473191"/>
        <a:ext cx="6175699" cy="642964"/>
      </dsp:txXfrm>
    </dsp:sp>
    <dsp:sp modelId="{4E1E98BF-AA92-4C00-80A6-80042BEB2075}">
      <dsp:nvSpPr>
        <dsp:cNvPr id="0" name=""/>
        <dsp:cNvSpPr/>
      </dsp:nvSpPr>
      <dsp:spPr>
        <a:xfrm>
          <a:off x="0" y="3234458"/>
          <a:ext cx="6245265" cy="71253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Model Evaluation</a:t>
          </a:r>
          <a:endParaRPr lang="en-US" sz="2900" kern="1200"/>
        </a:p>
      </dsp:txBody>
      <dsp:txXfrm>
        <a:off x="34783" y="3269241"/>
        <a:ext cx="6175699" cy="642964"/>
      </dsp:txXfrm>
    </dsp:sp>
    <dsp:sp modelId="{6E548158-B1F9-491F-830A-CC47A1F819DA}">
      <dsp:nvSpPr>
        <dsp:cNvPr id="0" name=""/>
        <dsp:cNvSpPr/>
      </dsp:nvSpPr>
      <dsp:spPr>
        <a:xfrm>
          <a:off x="0" y="4030508"/>
          <a:ext cx="6245265" cy="712530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Deployment</a:t>
          </a:r>
          <a:endParaRPr lang="en-US" sz="2900" kern="1200"/>
        </a:p>
      </dsp:txBody>
      <dsp:txXfrm>
        <a:off x="34783" y="4065291"/>
        <a:ext cx="6175699" cy="642964"/>
      </dsp:txXfrm>
    </dsp:sp>
    <dsp:sp modelId="{556EB9BF-3EE0-4D2F-B91A-338C10BF72DE}">
      <dsp:nvSpPr>
        <dsp:cNvPr id="0" name=""/>
        <dsp:cNvSpPr/>
      </dsp:nvSpPr>
      <dsp:spPr>
        <a:xfrm>
          <a:off x="0" y="4826558"/>
          <a:ext cx="6245265" cy="71253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Conclusion</a:t>
          </a:r>
          <a:endParaRPr lang="en-US" sz="2900" kern="1200"/>
        </a:p>
      </dsp:txBody>
      <dsp:txXfrm>
        <a:off x="34783" y="4861341"/>
        <a:ext cx="6175699" cy="6429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FECF8-76F9-42DA-92B1-4191B10C0DB2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7D8A9-1171-46DA-B537-1B6F875321C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0AC459-8A8A-4ED6-969B-A9F977BC0442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Input (X) Variables:</a:t>
          </a:r>
          <a:r>
            <a:rPr lang="en-US" sz="1600" kern="1200"/>
            <a:t> distance_to_solar_noon, temperature, wind_direction, wind_speed, sky_cover, visibility, humidity, average_wind_speed, average_pressure.</a:t>
          </a:r>
        </a:p>
      </dsp:txBody>
      <dsp:txXfrm>
        <a:off x="1844034" y="682"/>
        <a:ext cx="4401230" cy="1596566"/>
      </dsp:txXfrm>
    </dsp:sp>
    <dsp:sp modelId="{C2D25CDA-C240-4FDD-9256-AB981323E3B9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C3D6C-DABC-4A0B-AEDA-6B83691A0424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58E94-9F7E-42E8-9AF7-1AFD1227FCFA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Target (Y) Variable:</a:t>
          </a:r>
          <a:r>
            <a:rPr lang="en-IN" sz="1600" kern="1200"/>
            <a:t> power_generated</a:t>
          </a:r>
          <a:endParaRPr lang="en-US" sz="1600" kern="1200"/>
        </a:p>
      </dsp:txBody>
      <dsp:txXfrm>
        <a:off x="1844034" y="1996390"/>
        <a:ext cx="4401230" cy="1596566"/>
      </dsp:txXfrm>
    </dsp:sp>
    <dsp:sp modelId="{817AFFED-3CAC-4E37-AF4D-4EC9910F54F6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80A2E-B7C2-4798-9A2B-6F0D7D186510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7D6F3-94CD-4A77-95A0-4FBB89D450D7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Models Used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Linear Regression, Ridge Regression, Lasso Regression, Random Forest Regressor, </a:t>
          </a:r>
          <a:r>
            <a:rPr lang="en-US" sz="1600" kern="1200" dirty="0" err="1"/>
            <a:t>XGBoost</a:t>
          </a:r>
          <a:r>
            <a:rPr lang="en-US" sz="1600" kern="1200" dirty="0"/>
            <a:t> Regressor.</a:t>
          </a:r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6C35-89FA-41F8-0544-6FFAC73A5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0507-B91D-B3F2-9921-36E79D1D4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735C4-8BEF-42D4-855E-3F6029EC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9A3F5-F429-F15D-D424-A42B4B61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25F18-0682-6A2A-88D6-74EB07FA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2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9A77-3A59-0643-9B17-B6AF0C78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53B7-1D08-92DC-37EF-308CB51A5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5DC9-5C46-9FB2-E221-D60E2D73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606DC-2690-19B2-3F78-A125C353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C3C1C-20B1-1E1F-1912-3E325AF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6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1C365-7498-FB03-4765-891B2661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3D8E-85DA-437C-76D9-45E12E323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BE477-E575-24D2-68EF-2B230B89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3C194-34BB-7101-8283-53CBE320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1C0B3-1CB7-C314-850C-12888C6F4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2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14D7-C62E-6CE0-CC6F-00A0B220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5C1C7-DBBF-74C9-5642-D35082784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E6480-3BB5-146A-2B30-9A462EEE2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8530F-1BA5-CF8C-1365-AAF2B00A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B232C-4D84-883F-7F3E-CE35CED9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B40E6-A6D7-5897-0B03-D3440E3A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26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DD3B-A17F-3236-26FE-89AADF72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905A2-8D53-97BB-3155-B8733B8E9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29057-FD99-EEF7-2664-922CA973F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5D804-C0C5-B454-B3D8-A3C8750CF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A0E613-0FB7-B935-20DF-E6CC05AAF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8E929-D8C4-03E0-FF5D-3ED812C0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A04EC-DBA2-68AE-2198-D5C964D4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5A9A3C-5034-9EF2-5AE7-B6B1F6F5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91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92B9-DA47-265E-26EF-ACF8932A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D1A57-A8D0-8F35-0490-76F6CC79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C9F9A-589B-AAC0-8FEE-CBC0E675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6198E-EECC-8EA0-424F-CFB7CA03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2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EB9CB-B924-0011-6120-36E00B4A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47CBB-B36B-C8DF-33FC-1B07BDEB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BA7F4-3403-993F-426C-50C3FFB5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2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D0D2-5753-EE8C-7376-3BC9D63A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627A-5DDF-7B28-3328-6BB0BC53D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71465-8DF4-D118-2CD4-B2BDCF53B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8591-0966-CC0D-8918-F642FD684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FA52A-E2B4-E7A4-7CEF-16C5E95D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4102-3753-1215-5A64-C831C42C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3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119A-8AC2-FAF2-6E2C-B088FA69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ABAB2-CD89-6E40-0E63-98AE99889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78D0A-D273-623F-7F7F-1AE87B429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86848-15EA-B709-3A76-625C1F2C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50A65-033F-B03E-8E2C-3A1BED63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268C2-1F8B-A2EF-D12C-7FB9DE33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6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C9A30-D183-ACAD-47AD-061E2E5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F8A70-CE02-37B2-CBF6-62123442A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DB3F-204A-4F3B-40AA-6B84FA35D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97FA7-BFAD-EB5A-2448-921B505A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B72E-DF89-7B8A-10F7-232D6936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5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4C7730-8D33-2C4B-61E5-719165592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DF3CD-FF32-CC8E-F020-548A3CA2F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2C493-D17E-A884-DB11-8F0C2905A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DD254-3947-0915-2D20-5FB3465C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C3C1-8064-69D7-7A50-8C24F69A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8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CE28E-C6CC-B87D-8994-5A1F8214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665A-6CD3-A8DA-63A6-683F2882B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0634D-CEB1-56B5-C8C0-5854434E1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99EE-D22E-40FD-879A-A6D4A1702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8B91-C740-357C-464B-5850BAE0B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7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64E68-6B87-6D58-593A-42D8001B94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2398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4F13D-273B-A0F7-F5F4-213360CF4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>
            <a:normAutofit/>
          </a:bodyPr>
          <a:lstStyle/>
          <a:p>
            <a:r>
              <a:rPr lang="en-US" b="1" dirty="0"/>
              <a:t>Solar Power</a:t>
            </a:r>
            <a:br>
              <a:rPr lang="en-US" b="1" dirty="0"/>
            </a:br>
            <a:r>
              <a:rPr lang="en-US" b="1" dirty="0"/>
              <a:t>Prediction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69A3C-6711-9282-B559-0B727CE99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>
            <a:normAutofit/>
          </a:bodyPr>
          <a:lstStyle/>
          <a:p>
            <a:r>
              <a:rPr lang="en-US"/>
              <a:t>Using Regression</a:t>
            </a:r>
            <a:endParaRPr lang="en-IN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5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547"/>
    </mc:Choice>
    <mc:Fallback xmlns="">
      <p:transition spd="slow" advTm="3954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30095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11219"/>
            <a:ext cx="5646974" cy="6483075"/>
            <a:chOff x="-19221" y="0"/>
            <a:chExt cx="5646974" cy="648307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D6C29C-E63A-F3EB-07ED-31E2AFE6F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2"/>
                </a:solidFill>
              </a:rPr>
              <a:t>Project Developed By</a:t>
            </a:r>
            <a:endParaRPr lang="en-IN" sz="4000">
              <a:solidFill>
                <a:schemeClr val="tx2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CD4EC898-3C74-D430-3E0C-53162FA27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436002"/>
              </p:ext>
            </p:extLst>
          </p:nvPr>
        </p:nvGraphicFramePr>
        <p:xfrm>
          <a:off x="6091238" y="955653"/>
          <a:ext cx="5115491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6976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8E686-C313-119F-C679-A77AE917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7400"/>
              <a:t>Contents </a:t>
            </a:r>
            <a:br>
              <a:rPr lang="en-IN" sz="7400"/>
            </a:br>
            <a:endParaRPr lang="en-IN" sz="7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B5A325-16C2-FFC4-2D4E-15BA459BC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196564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9383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B12BC-14B6-5905-DB92-08F69142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4100" b="1">
                <a:solidFill>
                  <a:srgbClr val="FFFFFF"/>
                </a:solidFill>
              </a:rPr>
              <a:t> Introduction &amp; Problem Statement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D26723A-DA36-7858-524E-297ADD07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1" dirty="0"/>
              <a:t>Introduction</a:t>
            </a:r>
            <a:endParaRPr lang="en-US" sz="2600" dirty="0"/>
          </a:p>
          <a:p>
            <a:r>
              <a:rPr lang="en-US" sz="2600" dirty="0"/>
              <a:t>Solar power output depends on weather conditions.</a:t>
            </a:r>
          </a:p>
          <a:p>
            <a:r>
              <a:rPr lang="en-US" sz="2600" dirty="0"/>
              <a:t>Accurate prediction helps in grid management and planning.</a:t>
            </a:r>
          </a:p>
          <a:p>
            <a:pPr marL="0" indent="0">
              <a:buNone/>
            </a:pPr>
            <a:r>
              <a:rPr lang="en-US" sz="2600" b="1" dirty="0"/>
              <a:t>Problem Statement</a:t>
            </a:r>
            <a:endParaRPr lang="en-US" sz="2600" dirty="0"/>
          </a:p>
          <a:p>
            <a:r>
              <a:rPr lang="en-US" sz="2600" dirty="0"/>
              <a:t>Build an ML model to predict </a:t>
            </a:r>
            <a:r>
              <a:rPr lang="en-US" sz="2600" b="1" dirty="0"/>
              <a:t>solar power generation</a:t>
            </a:r>
            <a:r>
              <a:rPr lang="en-US" sz="2600" dirty="0"/>
              <a:t> under </a:t>
            </a:r>
            <a:r>
              <a:rPr lang="en-US" sz="2600" b="1" dirty="0"/>
              <a:t>any weather</a:t>
            </a:r>
            <a:r>
              <a:rPr lang="en-US" sz="2600" dirty="0"/>
              <a:t>.</a:t>
            </a:r>
          </a:p>
          <a:p>
            <a:r>
              <a:rPr lang="en-US" sz="2600" dirty="0"/>
              <a:t>Use environmental factors like temperature, humidity, wind, and sky cover.</a:t>
            </a:r>
          </a:p>
          <a:p>
            <a:r>
              <a:rPr lang="en-US" sz="2600" dirty="0"/>
              <a:t>Aim: achieve </a:t>
            </a:r>
            <a:r>
              <a:rPr lang="en-US" sz="2600" b="1" dirty="0"/>
              <a:t>high accuracy</a:t>
            </a:r>
            <a:r>
              <a:rPr lang="en-US" sz="2600" dirty="0"/>
              <a:t> across all conditions.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008147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96142-C6E1-67BF-6985-58203022C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IN" sz="3700" dirty="0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7EA5B-0955-9104-5A97-CCEF79A7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lvl="1"/>
            <a:r>
              <a:rPr lang="en-US" sz="1500">
                <a:solidFill>
                  <a:srgbClr val="FFFFFF"/>
                </a:solidFill>
              </a:rPr>
              <a:t>This project focuses on predicting </a:t>
            </a:r>
            <a:r>
              <a:rPr lang="en-US" sz="1500" b="1">
                <a:solidFill>
                  <a:srgbClr val="FFFFFF"/>
                </a:solidFill>
              </a:rPr>
              <a:t>solar energy production</a:t>
            </a:r>
            <a:r>
              <a:rPr lang="en-US" sz="1500">
                <a:solidFill>
                  <a:srgbClr val="FFFFFF"/>
                </a:solidFill>
              </a:rPr>
              <a:t> using </a:t>
            </a:r>
            <a:r>
              <a:rPr lang="en-US" sz="1500" b="1">
                <a:solidFill>
                  <a:srgbClr val="FFFFFF"/>
                </a:solidFill>
              </a:rPr>
              <a:t>environmental factors</a:t>
            </a:r>
            <a:r>
              <a:rPr lang="en-US" sz="1500">
                <a:solidFill>
                  <a:srgbClr val="FFFFFF"/>
                </a:solidFill>
              </a:rPr>
              <a:t> such as temperature, wind speed, humidity, and sky cover.</a:t>
            </a:r>
          </a:p>
          <a:p>
            <a:pPr lvl="1"/>
            <a:endParaRPr lang="en-US" sz="1500">
              <a:solidFill>
                <a:srgbClr val="FFFFFF"/>
              </a:solidFill>
            </a:endParaRPr>
          </a:p>
          <a:p>
            <a:pPr lvl="1"/>
            <a:r>
              <a:rPr lang="en-US" sz="1500">
                <a:solidFill>
                  <a:srgbClr val="FFFFFF"/>
                </a:solidFill>
              </a:rPr>
              <a:t>The dataset solarpowergeneration.csv contains </a:t>
            </a:r>
            <a:r>
              <a:rPr lang="en-US" sz="1500" b="1">
                <a:solidFill>
                  <a:srgbClr val="FFFFFF"/>
                </a:solidFill>
              </a:rPr>
              <a:t>2,920 records</a:t>
            </a:r>
            <a:r>
              <a:rPr lang="en-US" sz="1500">
                <a:solidFill>
                  <a:srgbClr val="FFFFFF"/>
                </a:solidFill>
              </a:rPr>
              <a:t> and </a:t>
            </a:r>
            <a:r>
              <a:rPr lang="en-US" sz="1500" b="1">
                <a:solidFill>
                  <a:srgbClr val="FFFFFF"/>
                </a:solidFill>
              </a:rPr>
              <a:t>10 variables</a:t>
            </a:r>
            <a:r>
              <a:rPr lang="en-US" sz="1500">
                <a:solidFill>
                  <a:srgbClr val="FFFFFF"/>
                </a:solidFill>
              </a:rPr>
              <a:t>, including:</a:t>
            </a:r>
            <a:endParaRPr lang="en-IN" sz="1500">
              <a:solidFill>
                <a:srgbClr val="FFFFFF"/>
              </a:solidFill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9E8474-DDE0-27E9-FF6B-1D4819D1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805846"/>
            <a:ext cx="10917936" cy="161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4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F9DC9-FD3A-8EC1-776A-C42CA69B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IN" dirty="0"/>
              <a:t>EDA Insights</a:t>
            </a:r>
          </a:p>
        </p:txBody>
      </p:sp>
      <p:sp>
        <p:nvSpPr>
          <p:cNvPr id="5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E5B9A-4010-A0A4-6062-71CD82E4A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IN" sz="2200" dirty="0"/>
              <a:t>Data cleaning</a:t>
            </a:r>
          </a:p>
          <a:p>
            <a:r>
              <a:rPr lang="en-IN" sz="2200" dirty="0"/>
              <a:t>Correlation Insights</a:t>
            </a:r>
          </a:p>
          <a:p>
            <a:r>
              <a:rPr lang="en-IN" sz="2200" dirty="0"/>
              <a:t>Visualization Findings</a:t>
            </a:r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19" name="Picture 18" descr="A screenshot of a graph&#10;&#10;AI-generated content may be incorrect.">
            <a:extLst>
              <a:ext uri="{FF2B5EF4-FFF2-40B4-BE49-F238E27FC236}">
                <a16:creationId xmlns:a16="http://schemas.microsoft.com/office/drawing/2014/main" id="{227F9415-3831-485F-985C-DB54AD76E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2" r="2065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8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D8EB9-28FA-8E8D-27B9-B99CBB9C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IN" b="1" dirty="0"/>
              <a:t>Box Plot Insight:</a:t>
            </a:r>
            <a:br>
              <a:rPr lang="en-IN" dirty="0"/>
            </a:br>
            <a:endParaRPr lang="en-IN" dirty="0"/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6DEAC62C-B05E-8040-BBCB-858B366EE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1963" y="488405"/>
            <a:ext cx="6007100" cy="1866403"/>
          </a:xfrm>
        </p:spPr>
      </p:pic>
      <p:pic>
        <p:nvPicPr>
          <p:cNvPr id="5" name="Content Placeholder 4" descr="A group of green squares&#10;&#10;AI-generated content may be incorrect.">
            <a:extLst>
              <a:ext uri="{FF2B5EF4-FFF2-40B4-BE49-F238E27FC236}">
                <a16:creationId xmlns:a16="http://schemas.microsoft.com/office/drawing/2014/main" id="{4D171121-554F-9DB5-F5C1-B58C974BF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68" y="2386584"/>
            <a:ext cx="5468112" cy="3636294"/>
          </a:xfrm>
          <a:prstGeom prst="rect">
            <a:avLst/>
          </a:prstGeom>
        </p:spPr>
      </p:pic>
      <p:pic>
        <p:nvPicPr>
          <p:cNvPr id="12" name="Picture 11" descr="A group of blue rectangular objects&#10;&#10;AI-generated content may be incorrect.">
            <a:extLst>
              <a:ext uri="{FF2B5EF4-FFF2-40B4-BE49-F238E27FC236}">
                <a16:creationId xmlns:a16="http://schemas.microsoft.com/office/drawing/2014/main" id="{CEDFBC86-3DB5-1653-FD53-C43FA1134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4808"/>
            <a:ext cx="6096000" cy="373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4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6E121-22C9-F2FA-00F6-22601B88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8000" b="1" dirty="0"/>
              <a:t> Model Building</a:t>
            </a:r>
            <a:br>
              <a:rPr lang="en-IN" sz="8000" b="1" dirty="0"/>
            </a:br>
            <a:endParaRPr lang="en-IN" sz="80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870161-AD0A-9028-BC02-EE106EE1E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91925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336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BB36C-2C47-61EC-06CD-0869CCFB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3200" b="1" dirty="0"/>
              <a:t>Model Evaluation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3FB7A-C47E-5E94-98D8-C7366A585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We tried different models — Linear, Lasso, Ridge, Decision Tree, Random Forest, and </a:t>
            </a:r>
            <a:r>
              <a:rPr lang="en-US" sz="1700" dirty="0" err="1"/>
              <a:t>XGBoost</a:t>
            </a:r>
            <a:r>
              <a:rPr lang="en-US" sz="1700" dirty="0"/>
              <a:t>. Tuned Random Forest achieved the best performance (R² = 0.917) and was selected as the final model.</a:t>
            </a:r>
          </a:p>
        </p:txBody>
      </p:sp>
      <p:pic>
        <p:nvPicPr>
          <p:cNvPr id="5" name="Content Placeholder 4" descr="A white background with black and red text&#10;&#10;AI-generated content may be incorrect.">
            <a:extLst>
              <a:ext uri="{FF2B5EF4-FFF2-40B4-BE49-F238E27FC236}">
                <a16:creationId xmlns:a16="http://schemas.microsoft.com/office/drawing/2014/main" id="{CB216F97-4BC3-1C57-8E19-CEB7360E3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936" y="2469153"/>
            <a:ext cx="10917936" cy="36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4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363C7E-34B2-56CE-6434-CD518D5E2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IN" sz="4600" b="1" dirty="0"/>
              <a:t>Deployment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3C24D-5FE7-8BAD-037C-33B535AB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79391" y="1675150"/>
            <a:ext cx="7494987" cy="350769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4BE39A-BB40-2729-8B2E-AAF15697A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5436158"/>
            <a:ext cx="6894576" cy="7909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37345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E949CF-86CF-3919-CB19-C72626FF6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2" y="582989"/>
            <a:ext cx="11917180" cy="569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4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706F3-8257-BE0A-5DCD-2E3BA2155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br>
              <a:rPr lang="en-US" sz="2300" dirty="0">
                <a:solidFill>
                  <a:schemeClr val="tx2"/>
                </a:solidFill>
              </a:rPr>
            </a:br>
            <a:r>
              <a:rPr lang="en-US" sz="2300" b="1" dirty="0">
                <a:solidFill>
                  <a:schemeClr val="tx2"/>
                </a:solidFill>
              </a:rPr>
              <a:t>Conclusion</a:t>
            </a:r>
            <a:br>
              <a:rPr lang="en-US" sz="2300" dirty="0">
                <a:solidFill>
                  <a:schemeClr val="tx2"/>
                </a:solidFill>
              </a:rPr>
            </a:br>
            <a:br>
              <a:rPr lang="en-US" sz="2300" dirty="0">
                <a:solidFill>
                  <a:schemeClr val="tx2"/>
                </a:solidFill>
              </a:rPr>
            </a:br>
            <a:endParaRPr lang="en-IN" sz="2300" dirty="0">
              <a:solidFill>
                <a:schemeClr val="tx2"/>
              </a:solidFill>
            </a:endParaRPr>
          </a:p>
        </p:txBody>
      </p:sp>
      <p:pic>
        <p:nvPicPr>
          <p:cNvPr id="32" name="Graphic 31" descr="Sun">
            <a:extLst>
              <a:ext uri="{FF2B5EF4-FFF2-40B4-BE49-F238E27FC236}">
                <a16:creationId xmlns:a16="http://schemas.microsoft.com/office/drawing/2014/main" id="{F0FB9DDC-C7FE-628D-FAFF-95198F213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A643-4E83-5791-E462-FF54DADB5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 </a:t>
            </a:r>
            <a:r>
              <a:rPr lang="en-US" sz="1800" b="1" dirty="0">
                <a:solidFill>
                  <a:schemeClr val="tx2"/>
                </a:solidFill>
              </a:rPr>
              <a:t>Random Forest model</a:t>
            </a:r>
            <a:r>
              <a:rPr lang="en-US" sz="1800" dirty="0">
                <a:solidFill>
                  <a:schemeClr val="tx2"/>
                </a:solidFill>
              </a:rPr>
              <a:t> achieved an </a:t>
            </a:r>
            <a:r>
              <a:rPr lang="en-US" sz="1800" b="1" dirty="0">
                <a:solidFill>
                  <a:schemeClr val="tx2"/>
                </a:solidFill>
              </a:rPr>
              <a:t>R² score of 0.917</a:t>
            </a:r>
            <a:r>
              <a:rPr lang="en-US" sz="1800" dirty="0">
                <a:solidFill>
                  <a:schemeClr val="tx2"/>
                </a:solidFill>
              </a:rPr>
              <a:t>, accurately predicting solar power generation under all weather conditions. This supports efficient energy planning and grid management.</a:t>
            </a:r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5156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FA728-C2E5-D9AD-8E81-83D94DF0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2" name="Graphic 6" descr="Handshake">
            <a:extLst>
              <a:ext uri="{FF2B5EF4-FFF2-40B4-BE49-F238E27FC236}">
                <a16:creationId xmlns:a16="http://schemas.microsoft.com/office/drawing/2014/main" id="{91C722CB-FA7C-78F8-0BE8-33D72B618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916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599C8A6091EC418CE46DFD84ABE683" ma:contentTypeVersion="5" ma:contentTypeDescription="Create a new document." ma:contentTypeScope="" ma:versionID="6f35cb6507aa5e19fde872beae348e32">
  <xsd:schema xmlns:xsd="http://www.w3.org/2001/XMLSchema" xmlns:xs="http://www.w3.org/2001/XMLSchema" xmlns:p="http://schemas.microsoft.com/office/2006/metadata/properties" xmlns:ns3="e073a087-c445-41af-8e07-ffe3de229e64" targetNamespace="http://schemas.microsoft.com/office/2006/metadata/properties" ma:root="true" ma:fieldsID="5c466a552120c64be76d529dd77316b9" ns3:_="">
    <xsd:import namespace="e073a087-c445-41af-8e07-ffe3de229e6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3a087-c445-41af-8e07-ffe3de229e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35E7DF-21B6-422E-A69C-7EDCA36EC3EF}">
  <ds:schemaRefs>
    <ds:schemaRef ds:uri="e073a087-c445-41af-8e07-ffe3de229e64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6D2CABC-AC15-46D5-863B-211A1DAB10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73a087-c445-41af-8e07-ffe3de229e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815905-D476-4479-BCBE-FE7138E8E7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298</Words>
  <Application>Microsoft Office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Solar Power Prediction</vt:lpstr>
      <vt:lpstr>Project Developed By</vt:lpstr>
      <vt:lpstr>Contents  </vt:lpstr>
      <vt:lpstr> Introduction &amp; Problem Statement</vt:lpstr>
      <vt:lpstr>Data Overview</vt:lpstr>
      <vt:lpstr>EDA Insights</vt:lpstr>
      <vt:lpstr>Box Plot Insight: </vt:lpstr>
      <vt:lpstr> Model Building </vt:lpstr>
      <vt:lpstr>Model Evaluation</vt:lpstr>
      <vt:lpstr>Deployment</vt:lpstr>
      <vt:lpstr>PowerPoint Presentation</vt:lpstr>
      <vt:lpstr> Conclusion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21X41A0468</dc:creator>
  <cp:lastModifiedBy>Lenovo</cp:lastModifiedBy>
  <cp:revision>5</cp:revision>
  <dcterms:created xsi:type="dcterms:W3CDTF">2025-11-10T08:57:43Z</dcterms:created>
  <dcterms:modified xsi:type="dcterms:W3CDTF">2025-11-15T09:57:03Z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0x010100CA599C8A6091EC418CE46DFD84ABE683</vt:lpwstr>
  </property>
</Properties>
</file>